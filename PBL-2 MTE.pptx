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70" r:id="rId8"/>
    <p:sldId id="271" r:id="rId9"/>
    <p:sldId id="272" r:id="rId10"/>
    <p:sldId id="266" r:id="rId11"/>
    <p:sldId id="267" r:id="rId12"/>
    <p:sldId id="27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833" y="3212809"/>
            <a:ext cx="10202333" cy="978194"/>
          </a:xfrm>
        </p:spPr>
        <p:txBody>
          <a:bodyPr>
            <a:normAutofit fontScale="90000"/>
          </a:bodyPr>
          <a:lstStyle/>
          <a:p>
            <a:r>
              <a:rPr lang="en-US" dirty="0"/>
              <a:t>Integrated System for Fake News and Deepfake Video Detection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Submitted By :</a:t>
            </a:r>
          </a:p>
          <a:p>
            <a:r>
              <a:rPr lang="en-IN" dirty="0"/>
              <a:t>Abhishek Singh</a:t>
            </a:r>
          </a:p>
          <a:p>
            <a:r>
              <a:rPr lang="en-IN" dirty="0" err="1"/>
              <a:t>Reg.No</a:t>
            </a:r>
            <a:r>
              <a:rPr lang="en-IN" dirty="0"/>
              <a:t>. 2427030569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 :</a:t>
            </a:r>
            <a:br>
              <a:rPr lang="en-IN" dirty="0"/>
            </a:br>
            <a:r>
              <a:rPr lang="en-IN" dirty="0"/>
              <a:t>Dr. Neetu Gupta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85" y="-119904"/>
            <a:ext cx="10515600" cy="1325563"/>
          </a:xfrm>
        </p:spPr>
        <p:txBody>
          <a:bodyPr/>
          <a:lstStyle/>
          <a:p>
            <a:r>
              <a:rPr lang="en-IN" dirty="0"/>
              <a:t>Introduction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861" y="1343771"/>
            <a:ext cx="10367838" cy="5716988"/>
          </a:xfrm>
        </p:spPr>
        <p:txBody>
          <a:bodyPr/>
          <a:lstStyle/>
          <a:p>
            <a:r>
              <a:rPr lang="en-US" sz="2400" dirty="0"/>
              <a:t>In today’s digital era, the rapid spread of misinformation and AI-generated fake media poses serious social, political, and ethical challenges.</a:t>
            </a:r>
          </a:p>
          <a:p>
            <a:r>
              <a:rPr lang="en-US" sz="2400" dirty="0"/>
              <a:t>Fake news manipulates public opinion by spreading false information through online platforms.</a:t>
            </a:r>
          </a:p>
          <a:p>
            <a:r>
              <a:rPr lang="en-US" sz="2400" dirty="0"/>
              <a:t>Deepfake videos, created using advanced AI techniques, can convincingly alter visual and audio content, making it difficult to distinguish real from fake and resulting privacy breaches.</a:t>
            </a:r>
          </a:p>
          <a:p>
            <a:r>
              <a:rPr lang="en-US" sz="2400" dirty="0"/>
              <a:t>The integration of Machine Learning (ML), Natural Language Processing (NLP) can help detect and prevent the circulation of such deceptive content.</a:t>
            </a:r>
          </a:p>
          <a:p>
            <a:r>
              <a:rPr lang="en-US" sz="2400" dirty="0"/>
              <a:t>This project proposes an integrated system capable of detecting both fake textual news and deepfake videos, ensuring a more reliable and trustworthy digital ecosystem.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4002"/>
            <a:ext cx="10515600" cy="1325563"/>
          </a:xfrm>
        </p:spPr>
        <p:txBody>
          <a:bodyPr/>
          <a:lstStyle/>
          <a:p>
            <a:r>
              <a:rPr lang="en-IN" dirty="0"/>
              <a:t>Literature Review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831" y="978011"/>
            <a:ext cx="11642035" cy="58799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Main approaches and technologies used :</a:t>
            </a:r>
          </a:p>
          <a:p>
            <a:pPr marL="0" indent="0">
              <a:buNone/>
            </a:pPr>
            <a:endParaRPr lang="en-US" sz="2400" b="1" dirty="0"/>
          </a:p>
          <a:p>
            <a:pPr marL="457200" indent="-457200">
              <a:buAutoNum type="arabicPeriod"/>
            </a:pPr>
            <a:r>
              <a:rPr lang="en-US" sz="2400" dirty="0"/>
              <a:t>Fake News Detection: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•  Textual methods: classical NLP (feature engineering + ML) → transformer-based     classifiers are now standard for article/headline classification.</a:t>
            </a:r>
          </a:p>
          <a:p>
            <a:pPr marL="0" indent="0">
              <a:buNone/>
            </a:pPr>
            <a:r>
              <a:rPr lang="en-IN" sz="2400" dirty="0"/>
              <a:t>•  Multimodal fusion: approaches that combine text + images (cross-modal attention,   contrastive learning) improve accuracy over unimodal models. Example frameworks explicitly model cross-modal alignment (contrastive / optimal transport methods).</a:t>
            </a:r>
          </a:p>
          <a:p>
            <a:pPr marL="0" indent="0">
              <a:buNone/>
            </a:pPr>
            <a:r>
              <a:rPr lang="en-US" sz="2400" dirty="0"/>
              <a:t>•  Social/propagation signals: network features (who shared, how fast, propagation tree) and user metadata are used to detect misinformation early.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B8FB3-3D77-ED6F-7315-3A7A941E5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21" y="270344"/>
            <a:ext cx="11783833" cy="64167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2. Deepfake Video Detection :</a:t>
            </a:r>
          </a:p>
          <a:p>
            <a:pPr marL="0" indent="0">
              <a:buNone/>
            </a:pPr>
            <a:r>
              <a:rPr lang="en-IN" sz="2400" dirty="0"/>
              <a:t> •  Frame-level / spatial detectors: CNNs and Vision Transformers detect synthetic artifacts (blending, inconsistent textures). </a:t>
            </a:r>
          </a:p>
          <a:p>
            <a:pPr marL="0" indent="0">
              <a:buNone/>
            </a:pPr>
            <a:r>
              <a:rPr lang="en-IN" sz="2400" dirty="0"/>
              <a:t>  •  Temporal and audio cues: Models that examine temporal inconsistencies (head/eye motion , eye blinking frequently) and audio/video correspondence perform better for video deepfakes.</a:t>
            </a:r>
          </a:p>
          <a:p>
            <a:pPr marL="0" indent="0">
              <a:buNone/>
            </a:pPr>
            <a:r>
              <a:rPr lang="en-US" sz="2400" dirty="0"/>
              <a:t>•   Physiological signals: Recent work exploits subtle biological signals (e.g., heartbeat / blood-flow changes visible in skin reflectance) as a robust cue against face swapping.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IN" sz="2400" b="1" dirty="0"/>
              <a:t>Some prior models /major works are:</a:t>
            </a:r>
          </a:p>
          <a:p>
            <a:pPr marL="0" indent="0">
              <a:buNone/>
            </a:pPr>
            <a:r>
              <a:rPr lang="en-IN" sz="2400" dirty="0"/>
              <a:t>1. </a:t>
            </a:r>
            <a:r>
              <a:rPr lang="en-IN" sz="2400" dirty="0" err="1"/>
              <a:t>FaceForensics</a:t>
            </a:r>
            <a:r>
              <a:rPr lang="en-IN" sz="2400" dirty="0"/>
              <a:t>++ (Rössler et al., 2019): Benchmark dataset + </a:t>
            </a:r>
            <a:r>
              <a:rPr lang="en-IN" sz="2400" dirty="0" err="1"/>
              <a:t>Xception</a:t>
            </a:r>
            <a:r>
              <a:rPr lang="en-IN" sz="2400" dirty="0"/>
              <a:t>-based baselines for image/video forgery detection; became a standard evaluation suite.</a:t>
            </a:r>
          </a:p>
          <a:p>
            <a:pPr marL="0" indent="0">
              <a:buNone/>
            </a:pPr>
            <a:r>
              <a:rPr lang="en-IN" sz="2400" dirty="0"/>
              <a:t>2. </a:t>
            </a:r>
            <a:r>
              <a:rPr lang="en-IN" sz="2400" dirty="0" err="1"/>
              <a:t>FakeCatcher</a:t>
            </a:r>
            <a:r>
              <a:rPr lang="en-IN" sz="2400" dirty="0"/>
              <a:t> (Ciftci et al., 2020) : Uses physiological/biological signals (subtle pulse changes in skin) to detect synthetic portrait videos; robust across generators.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30925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198" y="238540"/>
            <a:ext cx="10515600" cy="1325563"/>
          </a:xfrm>
        </p:spPr>
        <p:txBody>
          <a:bodyPr/>
          <a:lstStyle/>
          <a:p>
            <a:r>
              <a:rPr lang="en-IN" dirty="0"/>
              <a:t>Problem Statement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567" y="1786103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• There is a lack of an integrated, robust, and explainable system capable of detecting both textual fake news and deepfake video content in real time across multiple online platforms.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505513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dirty="0"/>
              <a:t>Objectives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393" y="1343818"/>
            <a:ext cx="11091407" cy="53511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•  To design a user-friendly web interface or dashboard</a:t>
            </a:r>
            <a:r>
              <a:rPr lang="en-US" dirty="0"/>
              <a:t> that enables real-time detection, visualization, and report generation for detected fake or manipulated content.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•  To develop an integrated detection framework</a:t>
            </a:r>
            <a:r>
              <a:rPr lang="en-US" dirty="0"/>
              <a:t> that can analyze and identify both fake textual news and deepfake video content within a unified system.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•  To enhance model robustness and generalization</a:t>
            </a:r>
            <a:r>
              <a:rPr lang="en-US" dirty="0"/>
              <a:t> so the system can handle real-world, noisy, and cross-platform misinformation effectively.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7049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dirty="0"/>
              <a:t>Proposed Solution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736" y="1200648"/>
            <a:ext cx="11593000" cy="57408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Step 1:  Data Collection &amp; Preprocessing.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Step 2:  Feature Extraction : Using Transformers like</a:t>
            </a:r>
          </a:p>
          <a:p>
            <a:pPr marL="0" indent="0">
              <a:buNone/>
            </a:pPr>
            <a:r>
              <a:rPr lang="en-IN" dirty="0"/>
              <a:t>BERT/</a:t>
            </a:r>
            <a:r>
              <a:rPr lang="en-IN" dirty="0" err="1"/>
              <a:t>RoberTA</a:t>
            </a:r>
            <a:r>
              <a:rPr lang="en-IN" dirty="0"/>
              <a:t> and tokenizers for texts , CNN for video , </a:t>
            </a:r>
          </a:p>
          <a:p>
            <a:pPr marL="0" indent="0">
              <a:buNone/>
            </a:pPr>
            <a:r>
              <a:rPr lang="en-IN" dirty="0"/>
              <a:t>MFCC for Audio and lip-sync mismatch.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Step 3:  Deepfake Detection Module.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4:  Fake News Detection Module.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5:  Multimodal Fusion Layer : For combining audio</a:t>
            </a:r>
          </a:p>
          <a:p>
            <a:pPr marL="0" indent="0">
              <a:buNone/>
            </a:pPr>
            <a:r>
              <a:rPr lang="en-US" dirty="0"/>
              <a:t>Text , video models for overall authenticity score.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 descr="Exposing deepfakes using a deep multilayer perceptron – convolutional  neural network model - ScienceDirect">
            <a:extLst>
              <a:ext uri="{FF2B5EF4-FFF2-40B4-BE49-F238E27FC236}">
                <a16:creationId xmlns:a16="http://schemas.microsoft.com/office/drawing/2014/main" id="{DA49BFB9-8584-6434-7BB6-AB6D90914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005" y="370934"/>
            <a:ext cx="4046467" cy="5013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859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A novel approach to fake news detection in social networks using genetic  algorithm applying machine learning classifiers | Multimedia Tools and  Applications">
            <a:extLst>
              <a:ext uri="{FF2B5EF4-FFF2-40B4-BE49-F238E27FC236}">
                <a16:creationId xmlns:a16="http://schemas.microsoft.com/office/drawing/2014/main" id="{1D6C2CB9-6013-376F-0C75-316DEC41C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083" y="3112106"/>
            <a:ext cx="6042619" cy="3582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E27A5-D9D4-22EC-BA06-CE0590F0C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906" y="270344"/>
            <a:ext cx="11616856" cy="64803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 6: Explainability Module (XAI): Provide visual/textual explanations to users and build their trust.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7: User interface and Real Time System.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8: Evaluation and Optimization.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3632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672CD0-3CF3-A1CE-4AF8-0F372E847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36" y="1710002"/>
            <a:ext cx="4289423" cy="34379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962826-A5F3-3ECC-7D01-002AFCB21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3" r="39979"/>
          <a:stretch>
            <a:fillRect/>
          </a:stretch>
        </p:blipFill>
        <p:spPr>
          <a:xfrm>
            <a:off x="6101079" y="687425"/>
            <a:ext cx="4932681" cy="30259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FA829F-87AD-F12D-1B30-9875739064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21" r="11477"/>
          <a:stretch>
            <a:fillRect/>
          </a:stretch>
        </p:blipFill>
        <p:spPr>
          <a:xfrm>
            <a:off x="5691370" y="4541521"/>
            <a:ext cx="6421714" cy="96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8800"/>
            <a:ext cx="10515600" cy="5618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/>
              <a:t> Current Outcomes</a:t>
            </a:r>
          </a:p>
          <a:p>
            <a:r>
              <a:rPr lang="en-US" sz="2600" dirty="0"/>
              <a:t>Built an NLP-based ML model to classify news as Fake or Real.</a:t>
            </a:r>
          </a:p>
          <a:p>
            <a:r>
              <a:rPr lang="en-US" sz="2600" dirty="0"/>
              <a:t>Performed text preprocessing and TF-IDF feature extraction.</a:t>
            </a:r>
          </a:p>
          <a:p>
            <a:r>
              <a:rPr lang="en-US" sz="2600" dirty="0"/>
              <a:t>Trained and evaluated supervised learning model.</a:t>
            </a:r>
          </a:p>
          <a:p>
            <a:r>
              <a:rPr lang="en-US" sz="2600" dirty="0"/>
              <a:t>Achieved high classification accuracy (96%).</a:t>
            </a:r>
          </a:p>
          <a:p>
            <a:r>
              <a:rPr lang="en-US" sz="2600" dirty="0"/>
              <a:t>Evaluated using Accuracy, Precision, Recall &amp; F1-Score.</a:t>
            </a:r>
          </a:p>
          <a:p>
            <a:pPr marL="0" indent="0">
              <a:buNone/>
            </a:pPr>
            <a:r>
              <a:rPr lang="en-US" sz="2600" b="1" dirty="0"/>
              <a:t>Upcoming Work</a:t>
            </a:r>
          </a:p>
          <a:p>
            <a:r>
              <a:rPr lang="en-US" sz="2600" dirty="0"/>
              <a:t>Improve model using advanced algorithms (SVM) &amp; BERT transformers.</a:t>
            </a:r>
          </a:p>
          <a:p>
            <a:r>
              <a:rPr lang="en-US" sz="2600" dirty="0"/>
              <a:t>Save and deploy model as a web application</a:t>
            </a:r>
          </a:p>
          <a:p>
            <a:r>
              <a:rPr lang="en-US" sz="2600" dirty="0"/>
              <a:t>Build frontend interface for real-time predictions</a:t>
            </a:r>
          </a:p>
          <a:p>
            <a:r>
              <a:rPr lang="en-US" sz="2600" dirty="0"/>
              <a:t>Integrate database for storing prediction history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/>
              <a:t>References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5" y="1105230"/>
            <a:ext cx="11426024" cy="5224007"/>
          </a:xfrm>
        </p:spPr>
        <p:txBody>
          <a:bodyPr/>
          <a:lstStyle/>
          <a:p>
            <a:pPr marL="0" indent="0">
              <a:buNone/>
            </a:pPr>
            <a:r>
              <a:rPr lang="nn-NO" dirty="0"/>
              <a:t>•  Kaliyar, R. K., Goswami, A., &amp; Narang, P. (2021). FakeBERT</a:t>
            </a:r>
          </a:p>
          <a:p>
            <a:pPr marL="0" indent="0">
              <a:buNone/>
            </a:pPr>
            <a:endParaRPr lang="nn-NO" dirty="0"/>
          </a:p>
          <a:p>
            <a:pPr marL="0" indent="0">
              <a:buNone/>
            </a:pPr>
            <a:r>
              <a:rPr lang="en-IN" dirty="0"/>
              <a:t>•  Kaggle Datasets : Fake News and Deepfake Video Datasets.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•  D. Lucky, “Deepfake Detection,” </a:t>
            </a:r>
            <a:r>
              <a:rPr lang="en-US" i="1" dirty="0"/>
              <a:t>ResearchGate</a:t>
            </a:r>
            <a:r>
              <a:rPr lang="en-US" dirty="0"/>
              <a:t>, 2021.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•  D. </a:t>
            </a:r>
            <a:r>
              <a:rPr lang="en-IN" dirty="0" err="1"/>
              <a:t>Güera</a:t>
            </a:r>
            <a:r>
              <a:rPr lang="en-IN" dirty="0"/>
              <a:t> and E. J. Delp, “Deepfake video detection using recurrent neural networks,” </a:t>
            </a:r>
            <a:r>
              <a:rPr lang="en-IN" i="1" dirty="0"/>
              <a:t>IEEE International Conference on Advanced Video and Signal Based Surveillance (AVSS)</a:t>
            </a:r>
            <a:r>
              <a:rPr lang="en-IN" dirty="0"/>
              <a:t>, pp. 1–6, 2018.</a:t>
            </a:r>
            <a:br>
              <a:rPr lang="en-IN" dirty="0"/>
            </a:br>
            <a:r>
              <a:rPr lang="en-IN" dirty="0"/>
              <a:t>   DOI: 10.1109/AVSS.2018.8639163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048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835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Integrated System for Fake News and Deepfake Video Detection</vt:lpstr>
      <vt:lpstr>Outline</vt:lpstr>
      <vt:lpstr>Introduction :-</vt:lpstr>
      <vt:lpstr>Literature Review :-</vt:lpstr>
      <vt:lpstr>PowerPoint Presentation</vt:lpstr>
      <vt:lpstr>Problem Statement :-</vt:lpstr>
      <vt:lpstr>Objectives :-</vt:lpstr>
      <vt:lpstr>Proposed Solution :-</vt:lpstr>
      <vt:lpstr>PowerPoint Presentation</vt:lpstr>
      <vt:lpstr>Result :-</vt:lpstr>
      <vt:lpstr>PowerPoint Presentation</vt:lpstr>
      <vt:lpstr>References :-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Abhishek Singh</cp:lastModifiedBy>
  <cp:revision>9</cp:revision>
  <dcterms:created xsi:type="dcterms:W3CDTF">2025-09-29T05:03:41Z</dcterms:created>
  <dcterms:modified xsi:type="dcterms:W3CDTF">2026-02-14T11:04:41Z</dcterms:modified>
</cp:coreProperties>
</file>